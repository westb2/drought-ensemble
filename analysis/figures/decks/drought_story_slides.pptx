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4A2410"/>
                </a:solidFill>
                <a:latin typeface="Calibri"/>
              </a:rPr>
              <a:t>Drought storage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Temporary deficits recover in a year; persistent deficits are deep, poorly connected, and grow with drought length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Potomac &amp; Wolf · 1 / 3 / 10 / 50-year droughts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 10-year drought draws storage down for the whole drought</a:t>
            </a:r>
          </a:p>
        </p:txBody>
      </p:sp>
      <p:pic>
        <p:nvPicPr>
          <p:cNvPr id="3" name="Picture 2" descr="ten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80" y="777240"/>
            <a:ext cx="770793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Recovery is two-phase; near-stream cells recover, uplands stay dry</a:t>
            </a:r>
          </a:p>
        </p:txBody>
      </p:sp>
      <p:pic>
        <p:nvPicPr>
          <p:cNvPr id="3" name="Picture 2" descr="story_recovery_storage_and_wtd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156" y="777240"/>
            <a:ext cx="970938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Streamflow returns within a year; pumping stays depressed after shutoff</a:t>
            </a:r>
          </a:p>
        </p:txBody>
      </p:sp>
      <p:pic>
        <p:nvPicPr>
          <p:cNvPr id="3" name="Picture 2" descr="story_recovery_flow_anomaly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27" y="777240"/>
            <a:ext cx="101708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The persistent deficit sits where overland flow is low</a:t>
            </a:r>
          </a:p>
        </p:txBody>
      </p:sp>
      <p:pic>
        <p:nvPicPr>
          <p:cNvPr id="3" name="Picture 2" descr="story_overland_controls_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264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saturates, persistent grows — and persistent is deep</a:t>
            </a:r>
          </a:p>
        </p:txBody>
      </p:sp>
      <p:pic>
        <p:nvPicPr>
          <p:cNvPr id="3" name="Picture 2" descr="shallow_deep_temp_persis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15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Near-surface regenerates through the drought; deep ratchets down and only partly refills</a:t>
            </a:r>
          </a:p>
        </p:txBody>
      </p:sp>
      <p:pic>
        <p:nvPicPr>
          <p:cNvPr id="3" name="Picture 2" descr="story_mid_drought_regen_10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68" y="777240"/>
            <a:ext cx="992675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After pumping: little returns in year 1; near-stream cells recover first</a:t>
            </a:r>
          </a:p>
        </p:txBody>
      </p:sp>
      <p:pic>
        <p:nvPicPr>
          <p:cNvPr id="3" name="Picture 2" descr="story_pumping_recovery_storage_and_wtd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92" y="777240"/>
            <a:ext cx="9666109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